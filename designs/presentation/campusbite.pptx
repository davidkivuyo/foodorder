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Medium"/>
      <p:regular r:id="rId201315"/>
    </p:embeddedFont>
    <p:embeddedFont>
      <p:font typeface="Lora SemiBold"/>
      <p:regular r:id="rId201316"/>
    </p:embeddedFont>
    <p:embeddedFont>
      <p:font typeface="Lora Bold"/>
      <p:regular r:id="rId201317"/>
    </p:embeddedFont>
    <p:embeddedFont>
      <p:font typeface="Source Sans 3 ExtraLight"/>
      <p:regular r:id="rId201318"/>
    </p:embeddedFont>
    <p:embeddedFont>
      <p:font typeface="Source Sans 3 Light"/>
      <p:regular r:id="rId201319"/>
    </p:embeddedFont>
    <p:embeddedFont>
      <p:font typeface="Source Sans 3"/>
      <p:regular r:id="rId201320"/>
    </p:embeddedFont>
    <p:embeddedFont>
      <p:font typeface="Source Sans 3 Medium"/>
      <p:regular r:id="rId201321"/>
    </p:embeddedFont>
    <p:embeddedFont>
      <p:font typeface="Source Sans 3 SemiBold"/>
      <p:regular r:id="rId201322"/>
    </p:embeddedFont>
    <p:embeddedFont>
      <p:font typeface="Source Sans 3 Bold"/>
      <p:regular r:id="rId201323"/>
    </p:embeddedFont>
    <p:embeddedFont>
      <p:font typeface="Source Sans 3 ExtraBold"/>
      <p:regular r:id="rId201324"/>
    </p:embeddedFont>
    <p:embeddedFont>
      <p:font typeface="Source Sans 3 Black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foodapp.larason.space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332161"/>
            <a:ext cx="4667845" cy="889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🍔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CampusBite — Student Food Ordering App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446065"/>
            <a:ext cx="4667845" cy="13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Flutter mobile application that lets university students browse the campus cafeteria menu, place food orders in advance, and skip the queue. Built with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Flutter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Firebase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This repository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(foodorder) contains the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Student App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There is the admin companion app which will not be published.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8950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28737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CampusBite solves common problems at university cafeterias: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736378"/>
            <a:ext cx="8096845" cy="2170584"/>
          </a:xfrm>
          <a:prstGeom prst="roundRect">
            <a:avLst>
              <a:gd name="adj" fmla="val 103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577" y="2171923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605087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038252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471416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736378"/>
            <a:ext cx="9351" cy="21705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7912" y="1835646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23954" y="1835646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Solution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7912" y="2268810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Long queues at meal times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23954" y="2268810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order in advance from their phone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7912" y="2701975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visibility into today's menu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23954" y="2701975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menu synced from Firestore in real-time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7912" y="3135139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Abandoned orders causing food waste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23954" y="3135139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Pickup deadline engine with countdown timers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7912" y="3568303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accountability for no-shows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23954" y="3568303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strike system for missed pickups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3577" y="407521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consists of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three components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only the foodorder student app is in this directory but all two share a single Firebase project: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843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207666"/>
            <a:ext cx="6164387" cy="34673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7871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Flow Steps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917948"/>
            <a:ext cx="8096845" cy="2046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creates/updates food items → Firestore 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food_items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collection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app streams 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food_items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real-time → displays live menu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places order → writes to 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collection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updates order status to "ready" → Cloud Function triggers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Function computes 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readyAt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pickupDeadline</a:t>
            </a:r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writes back to order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app displays countdown timer from Firestore data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7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student doesn't collect → strike recorded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8494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 Navigation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3577" y="1123950"/>
            <a:ext cx="8554045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student app uses 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go_router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authentication-aware redirects: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3577" y="1498699"/>
            <a:ext cx="8096845" cy="3196233"/>
          </a:xfrm>
          <a:prstGeom prst="roundRect">
            <a:avLst>
              <a:gd name="adj" fmla="val 65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577" y="1900014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298948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2697882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096816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3495749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" y="3894683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3577" y="4293617"/>
            <a:ext cx="8096845" cy="87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8536" y="1587103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2196" y="1587103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WelcomeScreen (unauthenticated landing)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8536" y="1986037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2196" y="1986037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RegisterScreen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8536" y="2384971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2196" y="2384971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LoginScreen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8536" y="2783904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2196" y="2783904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MainScreen (authenticated, contains bottom nav)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8536" y="3182838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/terms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2196" y="3182838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TermsScreen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8536" y="3581772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/support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2196" y="3581772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SupportScreen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8536" y="3980706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/support/faq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2196" y="3980706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FaqScreen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8536" y="4379640"/>
            <a:ext cx="4220468" cy="2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/support/contact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2196" y="4379640"/>
            <a:ext cx="422046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ContactScreen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882"/>
            <a:ext cx="8096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Bottom Navigation Bar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523577" y="1118890"/>
            <a:ext cx="8096845" cy="3612654"/>
          </a:xfrm>
          <a:prstGeom prst="roundRect">
            <a:avLst>
              <a:gd name="adj" fmla="val 60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1532334"/>
            <a:ext cx="8096845" cy="90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2171700"/>
            <a:ext cx="8096845" cy="90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811066"/>
            <a:ext cx="8096845" cy="90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450431"/>
            <a:ext cx="8096845" cy="90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4089797"/>
            <a:ext cx="8096845" cy="905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74117" y="1212652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Index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69320" y="1212652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Tab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64523" y="1212652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Screen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4117" y="1623715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9320" y="1623715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64523" y="1623715"/>
            <a:ext cx="240543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HomeScreen — featured items, sections, food feed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4117" y="2263080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69320" y="2263080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64523" y="2263080"/>
            <a:ext cx="240543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CategoryScreen — browse by Breakfast, Lunch, etc.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4117" y="2902446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9320" y="2902446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64523" y="2902446"/>
            <a:ext cx="240543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SearchBarScreen — Firestore prefix-based search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4117" y="3541812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9320" y="3541812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64523" y="3541812"/>
            <a:ext cx="240543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OrdersScreen — active orders with countdown, history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4117" y="4181177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69320" y="4181177"/>
            <a:ext cx="286263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64523" y="4181177"/>
            <a:ext cx="240543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AccountScreen — profile, strikes, settings, logout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5223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66180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Students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1835721"/>
            <a:ext cx="3865959" cy="260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Registration &amp; Login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Email/password authentication via Firebase Auth.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Browse Menu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Real-time Firestore stream of available food items sorted by category.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Categories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Quick navigation to browse food items by categories (e.g. Breakfast, Lunch, Dinner, Teasers, Drinks).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Search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Fast, prefix-based Firestore search with 300ms debounce and in-memory caching.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Cart &amp; Checkout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Add items, choose target cafe, and review total amount before placing orders.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9226" y="1466180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Cafeteria Admins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9226" y="1835721"/>
            <a:ext cx="3865959" cy="2550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New Order Alerts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Automatic notification of incoming student orders in real time.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Order Flow Manager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Control order stages from pending, accepted, preparing, to ready for collection.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Automatic Strike Engine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Automated detection of missed pickup deadlines that flags no-shows, issues strikes, and suspends repeat offenders.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Admin Pardon/Reactivation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Transactional tools to pardon strikes, reset counts, and lift user suspensions, fully logged via audit trails.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8333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831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Students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2127498"/>
            <a:ext cx="8096845" cy="1832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Orders &amp; Countdown Timers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Track active order statuses and see real-time pickup countdown timers synced with server-enforced deadlines.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Student Discipline Card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Transparent in-app view of current strikes and suspension status.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Notification Center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In-app notification feed supporting real-time alerts for order status changes, pickup reminders, strike actions, and account suspension events.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Distance-Based Pickup Window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Automatically calculates walking distance to target cafe using GPS/Geolocator and requests corresponding pickup time window at checkout (from 10 to 25 minutes) to ensure freshness.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0634"/>
            <a:ext cx="8096845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Search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3577" y="1153716"/>
            <a:ext cx="8554045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search feature uses a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prefix-based array-contains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strategy for Firestore: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550491"/>
            <a:ext cx="2602260" cy="3162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14277" y="1652364"/>
            <a:ext cx="220861" cy="276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9893" y="2156296"/>
            <a:ext cx="2269629" cy="649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admin creates/updates a food item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9893" y="2892847"/>
            <a:ext cx="2269629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SearchHelper auto-generates: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9893" y="3213497"/>
            <a:ext cx="2269629" cy="10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titleLower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lowercase title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unique lowercase words from title, category, and dietary tags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0796" y="1550491"/>
            <a:ext cx="2602334" cy="3162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61495" y="1652364"/>
            <a:ext cx="220861" cy="276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437111" y="2156296"/>
            <a:ext cx="226970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a student searches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37111" y="2459757"/>
            <a:ext cx="226970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SearchService: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37111" y="2780407"/>
            <a:ext cx="2269703" cy="1766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Trims and lowercases the query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Checks an in-memory cache before hitting Firestore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Queries 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food_items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where 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== true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searchPrefixes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array-contains query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8088" y="1550491"/>
            <a:ext cx="2602334" cy="3162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08788" y="1652364"/>
            <a:ext cx="220861" cy="276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184404" y="2156296"/>
            <a:ext cx="226970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search UI (SearchBarScreen)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84404" y="2676302"/>
            <a:ext cx="2269703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Debounces input by 300ms and displays results with food images, price, category, and cafe info.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29394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Distance-Based Pickup Deadline &amp; Location-Based Calculations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808634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minimize food waste from abandoned orders while keeping pickup schedules fair for students, CampusBite calculates a dynamic pickup window based on the student's walking distance to the cafeteria at the moment they checkout: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455664"/>
            <a:ext cx="336575" cy="336575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586234" y="2491904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9724" y="2507084"/>
            <a:ext cx="34687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GPS Distance Calculation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9724" y="2816796"/>
            <a:ext cx="3468737" cy="1450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the student clicks "Place Order", the app requests temporary, single-use access to device location. It computes the straight-line walking distance (in meters) between the student's coordinates and the selected cafe's geographic coordinates using the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Geolocator.distanceBetween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5464" y="2455664"/>
            <a:ext cx="336575" cy="336575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9" name="Text 7"/>
          <p:cNvSpPr/>
          <p:nvPr/>
        </p:nvSpPr>
        <p:spPr>
          <a:xfrm>
            <a:off x="4728121" y="2491904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151611" y="2507084"/>
            <a:ext cx="346881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 Pickup Windows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51611" y="2816796"/>
            <a:ext cx="3468812" cy="493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calculated distance maps to specific pickup windows via the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PickupWindowService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51611" y="3399606"/>
            <a:ext cx="3468812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0 – 250 meters: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10-minute pickup window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251 – 600 meters: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15-minute pickup window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601 – 1200 meters: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20-minute pickup window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Above 1200 meters: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25-minute pickup window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11758"/>
            <a:ext cx="8096845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Location-Based Calculation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3577" y="1334839"/>
            <a:ext cx="331366" cy="331366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585267" y="1370558"/>
            <a:ext cx="207913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9902" y="1385441"/>
            <a:ext cx="3481462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Privacy Protections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9902" y="1688902"/>
            <a:ext cx="3481462" cy="1966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protect student privacy, the app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never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uploads, stores, or transmits precise GPS coordinates or location history to Firestore or any external server. Location data is calculated strictly client-side. Only the resulting distance (in meters) and the pickup window (in minutes) are persisted inside the order document under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distanceMeters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pickupWindowMinutes</a:t>
            </a:r>
            <a:pPr algn="l" indent="0" marL="0">
              <a:lnSpc>
                <a:spcPct val="132000"/>
              </a:lnSpc>
              <a:spcAft>
                <a:spcPts val="65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2562" y="1334839"/>
            <a:ext cx="331366" cy="331366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8" name="Text 6"/>
          <p:cNvSpPr/>
          <p:nvPr/>
        </p:nvSpPr>
        <p:spPr>
          <a:xfrm>
            <a:off x="4724251" y="1370558"/>
            <a:ext cx="207913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38886" y="1385441"/>
            <a:ext cx="3481536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Deadline Enforcement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38886" y="1688902"/>
            <a:ext cx="3481536" cy="953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a cafeteria admin marks the order's status as "ready", the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onOrderStatusChanged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Cloud Function reads the stored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pickupWindowMinutes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the order document and atomically calculates the deadline: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38886" y="2826321"/>
            <a:ext cx="3481536" cy="48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886" y="2826321"/>
            <a:ext cx="3481536" cy="48101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38886" y="3490764"/>
            <a:ext cx="3481536" cy="104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function updates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pickupDeadline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sets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deadlineStatus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"ACTIVE". If 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pickupWindowMinutes</a:t>
            </a:r>
            <a:pPr algn="l" indent="0" marL="0">
              <a:lnSpc>
                <a:spcPct val="132000"/>
              </a:lnSpc>
              <a:spcAft>
                <a:spcPts val="65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missing, it defaults to a 20-minute fallback.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6215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Order Lifecycle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111672"/>
            <a:ext cx="6392168" cy="35955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26703"/>
            <a:ext cx="8096845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 Discipline &amp; Automatic Strike Engine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3577" y="1249784"/>
            <a:ext cx="8096845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CampusBite enforces pickup accountability with an automated discipline system that marks missed orders, limits repeat offenses, and lets administrators restore accounts when needed.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2025253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Automatic Strike Engine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386757"/>
            <a:ext cx="3868787" cy="2031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scheduled Cloud Function checks for orders that were ready but not collected before the pickup deadline.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Expired orders are marked 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no_show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the student receives a strike.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Repeated no-shows can raise the strike count to the suspension threshold.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are notified when a strike is issued, and again if their account becomes suspended.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6398" y="2025253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Suspension Enforcement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6398" y="2386757"/>
            <a:ext cx="3868787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a student reaches the suspension threshold, the account is blocked from placing new orders or adding items to the cart.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6398" y="2984674"/>
            <a:ext cx="3868787" cy="527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isAccountSuspended()</a:t>
            </a:r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prevents further ordering.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Account Screen shows a suspension banner.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6398" y="3657302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Administrative Actions &amp; Pardons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56398" y="4018806"/>
            <a:ext cx="3868787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Administrators can review and adjust strike status in the Admin App.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822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Production Notification Platform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17452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CampusBite uses a scalable notification layer that keeps delivery decoupled from core business logic.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1981200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Architectural Flow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260997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Key Features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3577" y="2705323"/>
            <a:ext cx="8096845" cy="165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Duplicate Prevention: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Each business event gets a unique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eventId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NotificationService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checks for an existing notification first, so each event is written exactly once.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Decoupled Logic: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Notifications react to business events only; they never block or drive core app behavior.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Real-Time Streams: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Student and admin apps listen to their own notification stream for instant updates.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Soft Delete: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Deleted notifications are flagged out of the UI instead of being removed immediately.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Deep Linking: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Tapping a notification takes users straight to the relevant screen, such as an order, account, or strike history.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45405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Website.</a:t>
            </a:r>
            <a:endParaRPr lang="en-US" sz="2750" dirty="0"/>
          </a:p>
        </p:txBody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193280"/>
            <a:ext cx="8096845" cy="14960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2026-07-19T15:30:05Z</dcterms:created>
  <dcterms:modified xsi:type="dcterms:W3CDTF">2026-07-19T15:30:05Z</dcterms:modified>
</cp:coreProperties>
</file>